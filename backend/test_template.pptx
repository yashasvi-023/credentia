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3"/>
  </p:notesMasterIdLst>
  <p:sldIdLst>
    <p:sldId id="256" r:id="rId2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1" d="100"/>
          <a:sy n="111" d="100"/>
        </p:scale>
        <p:origin x="634" y="77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D9EEB"/>
        </a:solid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subTitle" idx="1"/>
          </p:nvPr>
        </p:nvSpPr>
        <p:spPr>
          <a:xfrm>
            <a:off x="311700" y="445500"/>
            <a:ext cx="8520600" cy="425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1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" dirty="0"/>
              <a:t>CERTIFICATE</a:t>
            </a:r>
            <a:endParaRPr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endParaRPr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" dirty="0"/>
              <a:t>{{</a:t>
            </a:r>
            <a:r>
              <a:rPr lang="en" b="1" dirty="0"/>
              <a:t>Na</a:t>
            </a:r>
            <a:r>
              <a:rPr lang="en" dirty="0"/>
              <a:t>me}}</a:t>
            </a:r>
            <a:endParaRPr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endParaRPr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" dirty="0"/>
              <a:t>has successfully completed</a:t>
            </a:r>
            <a:endParaRPr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endParaRPr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" dirty="0"/>
              <a:t>{{Course}}</a:t>
            </a:r>
            <a:endParaRPr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endParaRPr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" dirty="0"/>
              <a:t>Date: {{Date}}</a:t>
            </a:r>
            <a:endParaRPr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endParaRPr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" dirty="0"/>
              <a:t>Certificate ID: {{Certificate_ID}}</a:t>
            </a:r>
            <a:endParaRPr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</Words>
  <Application>Microsoft Office PowerPoint</Application>
  <PresentationFormat>On-screen Show (16:9)</PresentationFormat>
  <Paragraphs>11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3" baseType="lpstr">
      <vt:lpstr>Arial</vt:lpstr>
      <vt:lpstr>Simple Light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Konshu Pathfinder</cp:lastModifiedBy>
  <cp:revision>3</cp:revision>
  <dcterms:modified xsi:type="dcterms:W3CDTF">2026-10-03T06:45:53Z</dcterms:modified>
</cp:coreProperties>
</file>